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498101" y="4569370"/>
            <a:ext cx="20513897" cy="11655061"/>
          </a:xfrm>
          <a:custGeom>
            <a:avLst/>
            <a:gdLst/>
            <a:ahLst/>
            <a:cxnLst/>
            <a:rect r="r" b="b" t="t" l="l"/>
            <a:pathLst>
              <a:path h="11655061" w="20513897">
                <a:moveTo>
                  <a:pt x="0" y="0"/>
                </a:moveTo>
                <a:lnTo>
                  <a:pt x="20513897" y="0"/>
                </a:lnTo>
                <a:lnTo>
                  <a:pt x="20513897" y="11655061"/>
                </a:lnTo>
                <a:lnTo>
                  <a:pt x="0" y="11655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53484" y="10292012"/>
            <a:ext cx="16780407" cy="5486400"/>
            <a:chOff x="0" y="0"/>
            <a:chExt cx="2485986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85986" cy="812800"/>
            </a:xfrm>
            <a:custGeom>
              <a:avLst/>
              <a:gdLst/>
              <a:ahLst/>
              <a:cxnLst/>
              <a:rect r="r" b="b" t="t" l="l"/>
              <a:pathLst>
                <a:path h="812800" w="2485986">
                  <a:moveTo>
                    <a:pt x="0" y="0"/>
                  </a:moveTo>
                  <a:lnTo>
                    <a:pt x="2485986" y="0"/>
                  </a:lnTo>
                  <a:lnTo>
                    <a:pt x="248598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2121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485986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DAHNaFKdW-k</dc:identifier>
  <dcterms:modified xsi:type="dcterms:W3CDTF">2011-08-01T06:04:30Z</dcterms:modified>
  <cp:revision>1</cp:revision>
  <dc:title>Hotel Revenue &amp; Attrition Strategy.pdf</dc:title>
</cp:coreProperties>
</file>